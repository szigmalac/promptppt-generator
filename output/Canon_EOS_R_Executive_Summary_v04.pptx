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Üdvözlöm önöket! A mai prezentációban áttekintjük a Canon EOS R rendszerének stratégiai és műszaki alapjait.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Bár a három évtizedes EF rendszer hatalmas siker volt, az új jövőbeni igények új architektúrát követeltek.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Ez a dia a rendszer szíve. A 12 aranyozott érintkező és a rövid 20 mm-es távolság sosem látott szabadságot 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új RF rendszer lencsetagjai csökkentik a peremtorzítást, a DLO pedig beépített szoftveres motorral tökéletesíti a képet.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Control Ring ergonómiai áttörés, a fly-by-wire fókusz pedig zökkenőmentes videós átmeneteket garantál.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28-70-es f/2-es zoom megalkotása az EF rendszerben fizikai képtelenség lett volna ilyen paraméterekkel.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Ez a két objektív a rendszer 'mindenese', kiváló és hangtalan fókuszálással.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adapterek révén a több évtizedes EF objektívek még több funkciót kapnak, mint eredeti vázukon.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DIGIC 8 processzor valós időben dolgozza fel a lencse és a szenzor adatait az 5-tengelyes kompenzációhoz.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Canon EOS R rendszer évtizedekre biztosítja az alapot a legmagasabb szintű fotós és videós munkákhoz. Köszönöm a figyelmet!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A Canon EOS R Rendszer: Új Korszak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Célkitűzés: Az optikai teljesítmény és a kreatív működési rugalmasság maximalizálása a globális piacon.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Fókuszterület: Új generációs, full-frame tükör nélküli (mirrorless) technológia bevezetése.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A Rendszer Lényege: Teljesen új tervezésű, innovatív RF bajonett (lens mount) architektúra.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Kompatibilitás: A meglévő EF és EF-S lencsék teljes körű támogatásának integrálása.</a:t>
            </a:r>
          </a:p>
        </p:txBody>
      </p:sp>
      <p:pic>
        <p:nvPicPr>
          <p:cNvPr id="4" name="Picture 3" descr="slide_1_page_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15947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A Harmincéves EF Rendszer Korlátai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Fizikai gátak: A hagyományos EF bajonett (54 mm átmérő, 44 mm távolság) elérte a rugalmasság határait.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Adatátviteli sebesség: A 8-tűs (pin) elektronikus kapcsolat sávszélessége mára már korlátozó tényező.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Fejlesztési limitációk: Kevés az elektronikus csatorna az összetett operációs funkciókhoz.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Fókusz korlátok: Szűkös lehetőségek a modern, szenzor-alapú autofókusz (AF) rendszerekben.</a:t>
            </a:r>
          </a:p>
        </p:txBody>
      </p:sp>
      <p:pic>
        <p:nvPicPr>
          <p:cNvPr id="4" name="Picture 3" descr="slide_2_page_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Az RF Bajonett Innovációja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Belső átmérő megőrzése: Az 54 mm-es átmérő megtartása az optimális fényáteresztés érdekében.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Rövidített bázistávolság: A szenzor és a bajonett távolsága 44 mm-ről mindössze 20 mm-re csökkent.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Növelt sávszélesség: A csatlakozók számának 8-ról 12-re történő emelése biztosítja a nagysebességű kommunikációt.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Tervezési szabadság: Nagy átmérőjű hátsó lencsetagok helyezhetők közvetlenül a full-frame szenzor elé.</a:t>
            </a:r>
          </a:p>
        </p:txBody>
      </p:sp>
      <p:pic>
        <p:nvPicPr>
          <p:cNvPr id="4" name="Picture 3" descr="slide_3_page_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36953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Optikai Aberrációk Kezelése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Fénytörési kihívások: A fénytörés fokozásával drasztikusan nőnek a kromatikus és monokromatikus képhibák.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Optikai megoldás: A nagy hátsó lencsék 'kíméletesebb' szögben vetítik a fénysugarakat a szenzor sarkaiba.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Digital Lens Optimizer (DLO): Beépített képoptimalizáló szoftverrendszer a kamerában a finomfelbontás javítására.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DLO Működése: Valós időben, a RAW fájlok feldolgozásakor korrigálja a diffrakciót és a képhibákat.</a:t>
            </a:r>
          </a:p>
        </p:txBody>
      </p:sp>
      <p:pic>
        <p:nvPicPr>
          <p:cNvPr id="4" name="Picture 3" descr="slide_4_page_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24204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Az RF Lencsék Exkluzív Funkciói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Vezérlőgyűrű (Control Ring): A fókuszgyűrű mellett egy új, testreszabható gyűrű az expozíciós beállításokhoz.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Változtatható fókusz-irány: A kézi élességállítás gyűrűjének forgásiránya szoftveresen megfordítható.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'Fly-by-wire' fókuszálás: Nincs mechanikus kapcsolat; a fókuszgyűrű csak elektronikus jeleket küld a motornak.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Szenzorvédelem: Kikapcsoláskor a rekeszlamellák automatikusan bezárulnak, védve a szenzort.</a:t>
            </a:r>
          </a:p>
        </p:txBody>
      </p:sp>
      <p:pic>
        <p:nvPicPr>
          <p:cNvPr id="4" name="Picture 3" descr="slide_5_page_1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39351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Az Induló RF Lencsekínálat (1. Rész)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RF28-70mm F2 L USM: Szabványos, L-szériás zoomobjektív egyedülálló, állandó f/2.0 fényerővel.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Méretbeli előny: A nagy bajonett és rövid bázistávolság miatt a frontlencse része kompaktabb maradhatott.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RF50mm F1.2 L USM: Nagy átmérőjű, standard fix objektív extrém f/1.2 rekeszértékkel.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Fejlett bevonatok: Air Sphere Coating technológia a becsillanások és szellemkép minimálisra csökkentésére.</a:t>
            </a:r>
          </a:p>
        </p:txBody>
      </p:sp>
      <p:pic>
        <p:nvPicPr>
          <p:cNvPr id="4" name="Picture 3" descr="slide_6_page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14508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Az Induló RF Lencsekínálat (2. Rész)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RF24-105mm F4 L IS USM: Kompakt f/4-es zoom, integrált képstabilizátorral professzionális feladatokhoz.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Nano USM meghajtás: Extra vékony, rendkívül gyors és néma ultrahangos fókuszmotor, ideális videózáshoz.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RF35mm F1.8 MACRO IS STM: Széles látószögű objektív f/1.8 fényerővel és 0.5x makró nagyítással.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Kompakt felépítés: Léptetőmotor (STM) gondoskodik a finom mozgásról, könnyű kivitelben.</a:t>
            </a:r>
          </a:p>
        </p:txBody>
      </p:sp>
      <p:pic>
        <p:nvPicPr>
          <p:cNvPr id="4" name="Picture 3" descr="slide_7_page_2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13931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Rendszerkompatibilitás: EF Mount Adapterek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Stratégiai integráció: A hatalmas globális EF/EF-S lencsekínálat maradéktalan átemelése az új rendszerbe.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Mount Adapter EF-EOS R: Alapmodell a tökéletes fizikai és elektronikus csatlakoztatáshoz.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Control Ring Adapter: A régebbi EF lencséket is felruházza az új, beépített expozíció-vezérlő gyűrűvel.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Drop-In Filter Adapter: Professzionális adapter beépített, cserélhető szűrő-nyílással (cirkuláris polár vagy ND).</a:t>
            </a:r>
          </a:p>
        </p:txBody>
      </p:sp>
      <p:pic>
        <p:nvPicPr>
          <p:cNvPr id="4" name="Picture 3" descr="slide_8_page_3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12026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Képstabilizáció és Dual Pixel 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Interaktív Stabilizáció: A lencse giroszkópja és a szenzor adatai közösen harcolnak a remegés ellen.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5-Tengelyes videós IS: A lencse optikai és a szenzor elektronikus stabilizációja öttengelyessé egészül ki.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Dual Pixel fókuszálás: Minden egyes képalkotó szenzorpixelben két fotodióda végzi a fázisérzékelést.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Kiterjesztett lefedettség: A választható fókuszpontok a kép szélességének 88%-át, magasságának 100%-át lefedik.</a:t>
            </a:r>
          </a:p>
        </p:txBody>
      </p:sp>
      <p:pic>
        <p:nvPicPr>
          <p:cNvPr id="4" name="Picture 3" descr="slide_9_pag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15814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Összegzés: A Jövő Alapköve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Mérnöki paradigmaváltás: Az RF rendszer az EF hagyatékára építve bontja le a lencsetervezés fizikai korlátait.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Szinergia: Tökéletesebb hardveres integráció az optika, a mechanika és a digitális jelfeldolgozás között.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Kész a jövő kihívásaira: Potenciál a folyamatosan növekvő szenzorfelbontáshoz és fényerő-igényekhez.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Kompakt forma: Jelentős méretcsökkenés anélkül, hogy a strukturális stabilitás vagy a teljesítmény csorbulna.</a:t>
            </a:r>
          </a:p>
        </p:txBody>
      </p:sp>
      <p:pic>
        <p:nvPicPr>
          <p:cNvPr id="4" name="Picture 3" descr="slide_10_page_4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52264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