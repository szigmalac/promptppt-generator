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Üdvözlöm Önöket! A mai prezentáció során egy izgalmas technológiai ugrást, a Canon új, EOS R kamerarendszerét fogjuk áttekinteni. Még ha nem is vagyunk mindannyian profi fotósok, látni fogjuk, hogyan oldottak meg a mérnökök egy olyan problémát, amely évtizedek óta gátolta a tökéletesebb képek elkészítését. Vágjunk is bele!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Képzeljék el ezt úgy, mint egy új alapozást egy háznál: a jövőbeli igények, mint a szebb, részletesebb képek és a jobb videók megkövetelték, hogy a Canon a nulláról tervezzen egy új csatlakozást a lencsék és a fényképezőgépek között. Ezt hívjuk RF bajonettnek. Ez a technológia nemcsak a profiknak, hanem mindenkinek szól, miközben a régi, már megvett lencséinket is tovább használhatjuk vele.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Miért is kellett egyáltalán váltani? A régi, úgynevezett EF rendszer 30 évig szolgált minket. Gondoljanak bele, 30 évvel ezelőtt hol tartottak a számítógépek! Bár hatalmas siker volt, a belső adatátviteli sebessége – mintha csak egy szűk csövön akarnánk sok vizet átnyomni – már nem bírja el a mai modern, szupergyors fókuszálást és a hatalmas felbontású videókat. Új, szélesebb 'csőre' volt szükség az adatoknak.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És itt jön a képbe az új találmány! A nyílás átmérője maradt 54 milliméter, hogy továbbra is sok fény jusson be. Viszont a lencse és a képérzékelő közötti távolságot a felére, 20 milliméterre csökkentették. Az érintkezők számát pedig 8-ról 12-re növelték. Ez pontosan olyan, mintha egy kétsávos autópályát négysávosra bővítenénk: a kamera és a lencse most már villámgyorsan, valós időben tud kommunikálni egymással.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Amikor egy üvegen keresztül nagyon erősen megtörjük a fényt, képhibák keletkezhetnek – például furcsa színes sávok jelennek meg a tárgyak szélein. Az új rendszer viszont megengedi, hogy a nagy lencséket sokkal közelebb tegyék a gép belsejéhez, így a fény lágyabb, kíméletesebb szögben érkezik, és kevésbé torzul a kép. Amit pedig a fizika nem tud megoldani, azt egy beépített okos szoftver, a Digital Lens Optimizer a másodperc töredéke alatt automatikusan kijavítja helyettünk.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Ezek az új lencsék nemcsak okosabbak, de sokkal kényelmesebbek is. Kaptak egy extra, tekerhető gyűrűt a gép elején, amire bármilyen funkciót beállíthatunk, mondjuk a fényerő szabályozását. Ráadásul az élességállítás most már teljesen elektronikus. Ez azt jelenti, hogy amikor tekerjük a fókuszgyűrűt, nem kattogó fogaskerekek mozognak odabent, hanem egy néma elektronika finoman és hangtalanul végzi a dolgát – ami videózásnál hatalmas előny.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géphez azonnal bemutattak pár elképesztő lencsét is. Az első egy igazi technológiai csoda, amivel szinte sötétben is remekül lehet fotózni, és a régi rendszerben ekkora méretben egyszerűen képtelenség lett volna megépíteni. A második lencse pedig a portréfotósok álma: már a legnagyobbra nyitott blendénél, azaz a legtöbb beengedett fénynél is hibátlan, tűéles képet 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Gondoltak a mindennapi felhasználókra és a mozgékony videósokra is. A képernyőn látható 24-105-ös lencse egy igazi 'mindenes'. Olyan beépített motorral rendelkezik, ami egyáltalán nem ad ki hangot, így a videókba nem hallatszik bele a kattogás. A mellette lévő 35 milliméteres lencse pedig kicsi, könnyű, remek választás utazáshoz, vagy ha nagyon közelről akarunk lefotózni például egy virágot.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Biztosan sokakban felmerül a kérdés: mi lesz az otthon lévő, régi, drága objektívekkel? Ki kell dobni őket? Szó sincs róla! A Canon háromféle átalakítót, úgynevezett adaptert is készített, amivel a régi lencséinket zökkenőmentesen és minőségromlás nélkül használhatjuk az új gépen. Sőt, ezekkel az átalakítókkal a régi lencsék még okosabbak is lesznek, mint valaha!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tiszta és éles kép elérésében két fontos dolog segít: a rázkódáscsökkentés és az automata fókusz. Az új rendszerben a gépváz és a lencse folyamatosan kommunikál egymással, és közösen küszöbölik ki a kezünk remegését – mintha láthatatlan állványról filmeznénk! A fókusz pedig szinte a teljes képernyőn, villámgyorsan megtalálja a témát, még akkor is, ha nagyon sötét van.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Összefoglalva elmondhatjuk: az EOS R rendszer nem egy egyszerű ráncfelvarrás, hanem egy teljesen új, mérnöki alap, ami évtizedekre meghatározza majd a fotózás és videózás jövőjét. A Canon ledöntötte a fizikai korlátokat, hogy kisebb gépeket építhessen sokkal szebb képminőséggel. Ezzel a rendszerrel a Canon felkészült a jövő technológiai kihívásaira. Köszönöm szépen a figyelmüket!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_page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9429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latin typeface="Arial"/>
              </a:defRPr>
            </a:pPr>
            <a:r>
              <a:t>A Canon EOS R Rendszer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/>
              </a:defRPr>
            </a:pPr>
            <a:r>
              <a:t>Új Korszak a Képalkotásban</a:t>
            </a:r>
            <a:br/>
            <a:r>
              <a:t>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731520"/>
          </a:xfrm>
        </p:spPr>
        <p:txBody>
          <a:bodyPr/>
          <a:lstStyle/>
          <a:p>
            <a:r>
              <a:rPr sz="3200" b="1">
                <a:latin typeface="Arial"/>
              </a:rPr>
              <a:t>A Canon EOS R Rendszer: Új Korszak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389120" cy="4754880"/>
          </a:xfrm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Célkitűzés: Az optikai teljesítmény és a kreatív működési rugalmasság maximalizálása a globális piacon.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Fókuszterület: Új generációs, full-frame tükör nélküli (mirrorless) technológia bevezetése álló- és mozgóképhez.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A Rendszer Lényege: Egy teljesen új tervezésű, innovatív RF bajonett (lens mount) architektúra.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Kompatibilitás: A meglévő EF és EF-S lencsék teljes körű támogatásának integrálása az új ökoszisztémába.</a:t>
            </a:r>
          </a:p>
        </p:txBody>
      </p:sp>
      <p:pic>
        <p:nvPicPr>
          <p:cNvPr id="4" name="Picture 3" descr="slide_1_page_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0" cy="15947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731520"/>
          </a:xfrm>
        </p:spPr>
        <p:txBody>
          <a:bodyPr/>
          <a:lstStyle/>
          <a:p>
            <a:r>
              <a:rPr sz="3200" b="1">
                <a:latin typeface="Arial"/>
              </a:rPr>
              <a:t>A Harmincéves EF Rendszer Korlátai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389120" cy="4754880"/>
          </a:xfrm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Fizikai gátak: A hagyományos EF bajonett (54 mm átmérő, 44 mm távolság) elérte a lencsetervezési rugalmasság határait.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Adatátviteli sebesség: A 8-tűs (pin) elektronikus kapcsolat sávszélessége mára már korlátozó tényezővé vált.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Fejlesztési limitációk: Kevés az elektronikus csatorna az új, összetett operációs funkciók kiszolgálására.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Fókusz korlátok: Szűkös lehetőségek a modern, szenzor-alapú autofókusz (AF) rendszerek maximalizálásában.</a:t>
            </a:r>
          </a:p>
        </p:txBody>
      </p:sp>
      <p:pic>
        <p:nvPicPr>
          <p:cNvPr id="4" name="Picture 3" descr="slide_2_page_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0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731520"/>
          </a:xfrm>
        </p:spPr>
        <p:txBody>
          <a:bodyPr/>
          <a:lstStyle/>
          <a:p>
            <a:r>
              <a:rPr sz="3200" b="1">
                <a:latin typeface="Arial"/>
              </a:rPr>
              <a:t>Az RF Bajonett Innovációja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389120" cy="4754880"/>
          </a:xfrm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Belső átmérő megőrzése: Az 54 mm-es belső átmérő megtartása az optimális fényáteresztés érdekében.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Rövidített bázistávolság (Flange Back): A szenzor és a bajonett távolsága 44 mm-ről mindössze 20 mm-re csökkent.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Növelt sávszélesség: A csatlakozók számának 8-ról 12-re történő emelése biztosítja a nagysebességű kommunikációt.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Tervezési szabadság: Nagy átmérőjű hátsó lencsetagok helyezhetők közvetlenül a full-frame szenzor elé.</a:t>
            </a:r>
          </a:p>
        </p:txBody>
      </p:sp>
      <p:pic>
        <p:nvPicPr>
          <p:cNvPr id="4" name="Picture 3" descr="slide_3_page_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0" cy="36953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731520"/>
          </a:xfrm>
        </p:spPr>
        <p:txBody>
          <a:bodyPr/>
          <a:lstStyle/>
          <a:p>
            <a:r>
              <a:rPr sz="3200" b="1">
                <a:latin typeface="Arial"/>
              </a:rPr>
              <a:t>Optikai Aberrációk Kezelése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389120" cy="4754880"/>
          </a:xfrm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Fénytörési kihívások: A fénytörés fokozásával drasztikusan nőnek a kromatikus és monokromatikus képhibák (aberrációk).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Optikai megoldás: A nagy hátsó lencsék 'kíméletesebb' szögben vetítik a fénysugarakat a szenzor sarkaiba, csökkentve a torzítást.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Digital Lens Optimizer (DLO): Beépített képoptimalizáló szoftverrendszer a kamerában a finomfelbontás javítására.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DLO Működése: Valós időben, a RAW fájlok feldolgozásakor korrigálja a diffrakciót és a lencsespecifikus hibákat.</a:t>
            </a:r>
          </a:p>
        </p:txBody>
      </p:sp>
      <p:pic>
        <p:nvPicPr>
          <p:cNvPr id="4" name="Picture 3" descr="slide_4_page_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0" cy="24204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731520"/>
          </a:xfrm>
        </p:spPr>
        <p:txBody>
          <a:bodyPr/>
          <a:lstStyle/>
          <a:p>
            <a:r>
              <a:rPr sz="3200" b="1">
                <a:latin typeface="Arial"/>
              </a:rPr>
              <a:t>Az RF Lencsék Exkluzív Funkciói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389120" cy="4754880"/>
          </a:xfrm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Vezérlőgyűrű (Control Ring): A fókuszgyűrű mellett egy új, testreszabható gyűrű az expozíciós beállításokhoz (Rekesz, ISO, Zársebesség).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Változtatható fókusz-irány: A kézi élességállítás gyűrűjének forgásiránya szoftveresen, egyéni preferencia szerint megfordítható.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'Fly-by-wire' fókuszálás: Nincs mechanikus kapcsolat; a fókuszgyűrű csak finom elektronikus jeleket küld az autófókusz motornak.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Szenzorvédelem: Kikapcsoláskor a rekeszlamellák automatikusan bezárulnak, védve a szenzort a káros fénysugaraktól.</a:t>
            </a:r>
          </a:p>
        </p:txBody>
      </p:sp>
      <p:pic>
        <p:nvPicPr>
          <p:cNvPr id="4" name="Picture 3" descr="slide_5_page_1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0" cy="39351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731520"/>
          </a:xfrm>
        </p:spPr>
        <p:txBody>
          <a:bodyPr/>
          <a:lstStyle/>
          <a:p>
            <a:r>
              <a:rPr sz="3200" b="1">
                <a:latin typeface="Arial"/>
              </a:rPr>
              <a:t>Az Induló RF Lencsekínálat (1. Rész)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389120" cy="4754880"/>
          </a:xfrm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RF28-70mm F2 L USM: Szabványos, L-szériás zoomobjektív egyedülálló, állandó f/2.0 fényerővel a teljes tartományban.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Méretbeli előny: A nagy bajonett és rövid bázistávolság miatt a frontlencse része kompaktabb maradhatott.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RF50mm F1.2 L USM: Nagy átmérőjű, standard fix objektív extrém f/1.2 rekeszértékkel.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Fejlett bevonatok: Air Sphere Coating (ASC) technológia a becsillanások és szellemkép minimálisra csökkentésére.</a:t>
            </a:r>
          </a:p>
        </p:txBody>
      </p:sp>
      <p:pic>
        <p:nvPicPr>
          <p:cNvPr id="4" name="Picture 3" descr="slide_6_page_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0" cy="14508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731520"/>
          </a:xfrm>
        </p:spPr>
        <p:txBody>
          <a:bodyPr/>
          <a:lstStyle/>
          <a:p>
            <a:r>
              <a:rPr sz="3200" b="1">
                <a:latin typeface="Arial"/>
              </a:rPr>
              <a:t>Az Induló RF Lencsekínálat (2. Rész)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389120" cy="4754880"/>
          </a:xfrm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RF24-105mm F4 L IS USM: Kompakt f/4-es zoom, integrált képstabilizátorral professzionális és 'low-budget' mozgóképes feladatokhoz.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Nano USM meghajtás: Extra vékony, rendkívül gyors és néma ultrahangos fókuszmotor, ideális videózáshoz.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RF35mm F1.8 MACRO IS STM: Széles látószögű objektív f/1.8 fényerővel és 0.5x makró nagyítással.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Kompakt felépítés: Léptetőmotor (STM) gondoskodik a finom mozgásról, könnyű kivitelben.</a:t>
            </a:r>
          </a:p>
        </p:txBody>
      </p:sp>
      <p:pic>
        <p:nvPicPr>
          <p:cNvPr id="4" name="Picture 3" descr="slide_7_page_2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0" cy="13931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731520"/>
          </a:xfrm>
        </p:spPr>
        <p:txBody>
          <a:bodyPr/>
          <a:lstStyle/>
          <a:p>
            <a:r>
              <a:rPr sz="3200" b="1">
                <a:latin typeface="Arial"/>
              </a:rPr>
              <a:t>EF Mount Adapterek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389120" cy="4754880"/>
          </a:xfrm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Stratégiai integráció: A hatalmas globális EF/EF-S lencsekínálat maradéktalan átemelése az EOS R ökoszisztémába.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Mount Adapter EF-EOS R: Alapmodell a tökéletes fizikai és elektronikus csatlakoztatáshoz, teljesítményveszteség nélkül.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Control Ring Adapter: A régebbi EF lencséket is felruházza az új, beépített szenzoros expozíció-vezérlő gyűrű funkciójával.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Drop-In Filter Adapter: Professzionális adapter beépített, cserélhető szűrő-nyílással (cirkuláris polár vagy változtatható ND).</a:t>
            </a:r>
          </a:p>
        </p:txBody>
      </p:sp>
      <p:pic>
        <p:nvPicPr>
          <p:cNvPr id="4" name="Picture 3" descr="slide_8_page_3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0" cy="12026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731520"/>
          </a:xfrm>
        </p:spPr>
        <p:txBody>
          <a:bodyPr/>
          <a:lstStyle/>
          <a:p>
            <a:r>
              <a:rPr sz="3200" b="1">
                <a:latin typeface="Arial"/>
              </a:rPr>
              <a:t>Képstabilizáció és Dual Pixel 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389120" cy="4754880"/>
          </a:xfrm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Interaktív Stabilizáció: A lencse giroszkópja és a szenzor elmozdulás-adatai (DIGIC 8 processzor) közösen harcolnak a remegés ellen.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5-Tengelyes videós IS: A lencse optikai stabilizációját a szenzor elektronikus stabilizációja öttengelyessé egészíti ki mozgóképnél.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Dual Pixel fókuszálás: Minden egyes képalkotó szenzorpixelben két fotodióda végzi a villámgyors fázisérzékelést.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Kiterjesztett fókusz-lefedettség: A manuálisan választható fókuszpontok a kép szélességének 88%-át, magasságának 100%-át lefedik.</a:t>
            </a:r>
          </a:p>
        </p:txBody>
      </p:sp>
      <p:pic>
        <p:nvPicPr>
          <p:cNvPr id="4" name="Picture 3" descr="slide_9_pag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0" cy="15814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731520"/>
          </a:xfrm>
        </p:spPr>
        <p:txBody>
          <a:bodyPr/>
          <a:lstStyle/>
          <a:p>
            <a:r>
              <a:rPr sz="3200" b="1">
                <a:latin typeface="Arial"/>
              </a:rPr>
              <a:t>Összegzés: A Jövő Alapköve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4389120" cy="4754880"/>
          </a:xfrm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Mérnöki paradigmaváltás: Az RF rendszer az EF hagyatékára építve bontja le a lencsetervezés korábbi fizikai korlátait.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Szinergia a rendszerben: Tökéletesebb hardveres integráció az optika, a mechanika és a nagysebességű digitális jelfeldolgozás között.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Kész a jövő kihívásaira: Fejlesztési potenciál a folyamatosan növekvő szenzorfelbontáshoz és extenzív fényerő-igényekhez.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Kompakt forma: Jelentős méretcsökkenés (flange back) anélkül, hogy a strukturális stabilitás vagy az optikai teljesítmény csorbát szenvedne.</a:t>
            </a:r>
          </a:p>
        </p:txBody>
      </p:sp>
      <p:pic>
        <p:nvPicPr>
          <p:cNvPr id="4" name="Picture 3" descr="slide_10_page_4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3657600" cy="52264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