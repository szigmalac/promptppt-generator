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Üdvözlöm önöket! A mai prezentációban áttekintjük a Canon EOS R rendszerének stratégiai és műszaki alapjait. Látni fogjuk, hogy a jövőbeni piaci igények és az optikai határok feszegetése hogyan követelte meg egy teljesen új, kompromisszummentes mérnöki alap megteremtését.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Bár a három évtizedes EF rendszer hatalmas nemzetközi siker volt, az olyan jövőbeni igények, mint a megnövelt szenzorfelbontás és az új videós funkciók, új architektúrát igényeltek. A régit nem lehetett tovább finomhangolni, radikális technológiai paradigmaváltásra volt szükségünk.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dia a rendszer szíve. Villamosmérnöki precizitással tervezték újra a kapcsolatot: a 12 aranyozott érintkező és az új protokollok olyan adatsűrűséget biztosítanak, amely valós idejű, masszív vezérlést tesz lehetővé a lencse és a váz között. A rövid, 20 mm-es távolság pedig az optikai tervezők számára eddig elérhetetlen szabadságot biztosít.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Minél jobban "törjük" a fényt, annál több a leküzdendő szférikus vagy asztigmatikus képhiba. Az új RF rendszer megengedi, hogy a lencsetagokkal enyhébb szögben vigyük be a fényt a szenzor széleire, ami radikálisan növeli a peremélességet. A DLO mindezt egy beépített, nagy teljesítményű szoftvermotorral egészíti 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ergonómia új szintjét hozza el a programozható vezérlőgyűrű, amely "kattanó" visszajelzést ad forgatás közben. Mivel a fókuszálás mechanika helyett már teljesen "fly-by-wire" – elektronikus –, tökéletes, zökkenőmentes átmeneteket garantál, például professzionális videózás vagy Follow Focus rendszerek esetén.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28-70-es f/2-es zoom megalkotása az EF rendszerben fizikai képtelenség lett volna ilyen méret- és súlyparaméterekkel. Az 50-es f/1.2 pedig a portréfotósok számára nyújt hihetetlen élességet már maximális nyitott rekesznél is, miközben rendkívül magas adatsebességgel kommunikál a vázzal.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két objektív a rendszer "mindenese". A 24-105-ös videósok kedvence lesz a szinte teljesen hangtalan és egyenletes "start-and-stop" fókuszálást biztosító Nano USM miatt. A 35mm-es pedig a kreatív "street" és makró fotózás tökéletes utazó eszköze, ami lenyűgöző 5-stop stabilizációt kínál.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Természetesen nem hagyjuk cserben az évtizedek alatt felhalmozott EF lencse-arzenált. Épp ellenkezőleg: a speciális vezérlőgyűrűs és a bedobós szűrős adapterekkel a régi objektívek több funkciót kapnak az új vázakon, mint amivel eredetileg valaha is rendelkeztek.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kamera képfeldolgozó egysége szó szerint "látja" az elmosódást az új fókuszpixelek segítségével. A lencse és a váz valós időben dolgozzák fel ezeket az adatokat, így együttesen hoznak létre egy eddig sosem látott 5-tengelyes kompenzációs megoldást. A Dual Pixel fókusz is sokkal sűrűbb lett, kiváló találati aránnyal rossz fényviszonyok közt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EOS R megalkotásával a Canon nem csupán tartja a lépést a mirrorless trendekkel, hanem egy hosszú távú, robusztus technológiai platformot is nyújt a jövő számára. Kijelenthető, hogy ez a rendszer évtizedekig ki fogja szolgálni mind a technikai, mind a legmagasabb kreatív elvárásokat. Köszönöm megtisztelő figyelmüket!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Canon EOS R Rendszer: Új Korszak a Képalkotásban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Célkitűzés: Az optikai teljesítmény és a kreatív működési rugalmasság maximalizálása a globális piacon.</a:t>
            </a:r>
          </a:p>
          <a:p>
            <a:pPr/>
            <a:r>
              <a:t>Fókuszterület: Új generációs, full-frame tükör nélküli (mirrorless) technológia bevezetése álló- és mozgóképhez.</a:t>
            </a:r>
          </a:p>
          <a:p>
            <a:pPr/>
            <a:r>
              <a:t>A Rendszer Lényege: Egy teljesen új tervezésű, innovatív RF bajonett (lens mount) architektúra.</a:t>
            </a:r>
          </a:p>
          <a:p>
            <a:pPr/>
            <a:r>
              <a:t>Kompatibilitás: A meglévő EF és EF-S lencsék teljes körű támogatásának integrálása az új ökoszisztémába.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Harmincéves EF Rendszer Korlátai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Fizikai gátak: A hagyományos EF bajonett (54 mm átmérő, 44 mm távolság) elérte a lencsetervezési rugalmasság határait.</a:t>
            </a:r>
          </a:p>
          <a:p>
            <a:pPr/>
            <a:r>
              <a:t>Adatátviteli sebesség: A 8-tűs (pin) elektronikus kapcsolat sávszélessége mára már korlátozó tényezővé vált.</a:t>
            </a:r>
          </a:p>
          <a:p>
            <a:pPr/>
            <a:r>
              <a:t>Fejlesztési limitációk: Kevés az elektronikus csatorna az új, összetett operációs funkciók kiszolgálására.</a:t>
            </a:r>
          </a:p>
          <a:p>
            <a:pPr/>
            <a:r>
              <a:t>Fókusz korlátok: Szűkös lehetőségek a modern, szenzor-alapú autofókusz (AF) rendszerek maximalizálásában.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RF Bajonett Innovációja: A Fizika Újraírása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Belső átmérő megőrzése: Az 54 mm-es belső átmérő megtartása az optimális fényáteresztés érdekében.</a:t>
            </a:r>
          </a:p>
          <a:p>
            <a:pPr/>
            <a:r>
              <a:t>Rövidített bázistávolság (Flange Back): A szenzor és a bajonett távolsága 44 mm-ről mindössze 20 mm-re csökkent.</a:t>
            </a:r>
          </a:p>
          <a:p>
            <a:pPr/>
            <a:r>
              <a:t>Növelt sávszélesség: A csatlakozók számának 8-ról 12-re történő emelése biztosítja a nagysebességű kommunikációt.</a:t>
            </a:r>
          </a:p>
          <a:p>
            <a:pPr/>
            <a:r>
              <a:t>Tervezési szabadság: Nagy átmérőjű hátsó lencsetagok helyezhetők közvetlenül a full-frame szenzor elé.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Optikai Aberrációk Kezelése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Fénytörési kihívások: A fénytörés fokozásával drasztikusan nőnek a kromatikus és monokromatikus képhibák (aberrációk).</a:t>
            </a:r>
          </a:p>
          <a:p>
            <a:pPr/>
            <a:r>
              <a:t>Optikai megoldás: A nagy hátsó lencsék "kíméletesebb" szögben vetítik a fénysugarakat a szenzor sarkaiba, csökkentve a torzítást.</a:t>
            </a:r>
          </a:p>
          <a:p>
            <a:pPr/>
            <a:r>
              <a:t>Digital Lens Optimizer (DLO): Beépített képoptimalizáló szoftverrendszer a kamerában a finomfelbontás javítására.</a:t>
            </a:r>
          </a:p>
          <a:p>
            <a:pPr/>
            <a:r>
              <a:t>DLO Működése: Valós időben, a RAW fájlok feldolgozásakor korrigálja a diffrakciót és a lencsespecifikus hibákat.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Új Felhasználói Élmény: Az RF Lencsék Exkluzív Funkciói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Vezérlőgyűrű (Control Ring): A fókuszgyűrű mellett egy új, testreszabható gyűrű az expozíciós beállításokhoz (Rekesz, ISO, Zársebesség).</a:t>
            </a:r>
          </a:p>
          <a:p>
            <a:pPr/>
            <a:r>
              <a:t>Változtatható fókusz-irány: A kézi élességállítás gyűrűjének forgásiránya szoftveresen, egyéni preferencia szerint megfordítható.</a:t>
            </a:r>
          </a:p>
          <a:p>
            <a:pPr/>
            <a:r>
              <a:t>"Fly-by-wire" fókuszálás: Nincs mechanikus kapcsolat; a fókuszgyűrű csak finom elektronikus jeleket küld az autófókusz motornak.</a:t>
            </a:r>
          </a:p>
          <a:p>
            <a:pPr/>
            <a:r>
              <a:t>Szenzorvédelem: Kikapcsoláskor a rekeszlamellák automatikusan bezárulnak, védve a szenzort a káros fénysugaraktól.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Induló RF Lencsekínálat (1.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RF28-70mm F2 L USM: Szabványos, L-szériás zoomobjektív egyedülálló, állandó f/2.0 fényerővel a teljes tartományban.</a:t>
            </a:r>
          </a:p>
          <a:p>
            <a:pPr/>
            <a:r>
              <a:t>Méretbeli előny: A nagy bajonett és rövid bázistávolság miatt a frontlencse része kompaktabb maradhatott.</a:t>
            </a:r>
          </a:p>
          <a:p>
            <a:pPr/>
            <a:r>
              <a:t>RF50mm F1.2 L USM: Nagy átmérőjű, standard fix objektív extrém f/1.2 rekeszértékkel.</a:t>
            </a:r>
          </a:p>
          <a:p>
            <a:pPr/>
            <a:r>
              <a:t>Fejlett bevonatok: Air Sphere Coating (ASC) technológia a becsillanások és szellemkép minimálisra csökkentésére.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Induló RF Lencsekínálat (2.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RF24-105mm F4 L IS USM: Kompakt f/4-es zoom, integrált képstabilizátorral professzionális és "low-budget" mozgóképes feladatokhoz.</a:t>
            </a:r>
          </a:p>
          <a:p>
            <a:pPr/>
            <a:r>
              <a:t>Nano USM meghajtás: Extra vékony, rendkívül gyors és néma ultrahangos fókuszmotor, ideális videózáshoz.</a:t>
            </a:r>
          </a:p>
          <a:p>
            <a:pPr/>
            <a:r>
              <a:t>RF35mm F1.8 MACRO IS STM: Széles látószögű objektív f/1.8 fényerővel és 0.5x makró nagyítással.</a:t>
            </a:r>
          </a:p>
          <a:p>
            <a:pPr/>
            <a:r>
              <a:t>Kompakt felépítés: Léptetőmotor (STM) gondoskodik a finom mozgásról, könnyű kivitelben.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Rendszerkompatibilitás: EF Mount Adapterek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Stratégiai integráció: A hatalmas globális EF/EF-S lencsekínálat maradéktalan átemelése az EOS R ökoszisztémába.</a:t>
            </a:r>
          </a:p>
          <a:p>
            <a:pPr/>
            <a:r>
              <a:t>Mount Adapter EF-EOS R: Alapmodell a tökéletes fizikai és elektronikus csatlakoztatáshoz, teljesítményveszteség nélkül.</a:t>
            </a:r>
          </a:p>
          <a:p>
            <a:pPr/>
            <a:r>
              <a:t>Control Ring Adapter: A régebbi EF lencséket is felruházza az új, beépített szenzoros expozíció-vezérlő gyűrű funkciójával.</a:t>
            </a:r>
          </a:p>
          <a:p>
            <a:pPr/>
            <a:r>
              <a:t>Drop-In Filter Adapter: Professzionális adapter beépített, cserélhető szűrő-nyílással (cirkuláris polár vagy változtatható ND).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Képstabilizáció és Dual Pixel CMOS 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Interaktív Stabilizáció: A lencse giroszkópja és a szenzor elmozdulás-adatai (DIGIC 8 processzor) közösen harcolnak a remegés ellen.</a:t>
            </a:r>
          </a:p>
          <a:p>
            <a:pPr/>
            <a:r>
              <a:t>5-Tengelyes videós IS: A lencse optikai stabilizációját a szenzor elektronikus stabilizációja öttengelyessé egészíti ki mozgóképnél.</a:t>
            </a:r>
          </a:p>
          <a:p>
            <a:pPr/>
            <a:r>
              <a:t>Dual Pixel fókuszálás: Minden egyes képalkotó szenzorpixelben két fotodióda végzi a villámgyors fázisérzékelést.</a:t>
            </a:r>
          </a:p>
          <a:p>
            <a:pPr/>
            <a:r>
              <a:t>Kiterjesztett fókusz-lefedettség: A manuálisan választható fókuszpontok a kép szélességének 88%-át, magasságának 100%-át lefedik.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Összegzés: A Képalkotás Jövőjének Alapköve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Mérnöki paradigmaváltás: Az RF rendszer az EF hagyatékára építve bontja le a lencsetervezés korábbi fizikai korlátait.</a:t>
            </a:r>
          </a:p>
          <a:p>
            <a:pPr/>
            <a:r>
              <a:t>Szinergia a rendszerben: Tökéletesebb hardveres integráció az optika, a mechanika és a nagysebességű digitális jelfeldolgozás között.</a:t>
            </a:r>
          </a:p>
          <a:p>
            <a:pPr/>
            <a:r>
              <a:t>Kész a jövő kihívásaira: Fejlesztési potenciál a folyamatosan növekvő szenzorfelbontáshoz és extenzív fényerő-igényekhez.</a:t>
            </a:r>
          </a:p>
          <a:p>
            <a:pPr/>
            <a:r>
              <a:t>Kompakt forma: Jelentős méretcsökkenés (flange back) anélkül, hogy a strukturális stabilitás vagy az optikai teljesítmény csorbát szenvedne.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